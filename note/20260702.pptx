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85623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Microsoft YaHei"/>
                <a:cs typeface="Microsoft YaHei"/>
              </a:rPr>
              <a:t>FB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dirty="0">
                <a:solidFill>
                  <a:srgbClr val="808080"/>
                </a:solidFill>
                <a:latin typeface="Microsoft YaHei"/>
                <a:cs typeface="Microsoft YaHei"/>
              </a:rPr>
              <a:t>LLM </a:t>
            </a:r>
            <a:r>
              <a:rPr sz="1800" b="0" dirty="0" err="1">
                <a:solidFill>
                  <a:srgbClr val="808080"/>
                </a:solidFill>
                <a:latin typeface="Microsoft YaHei"/>
                <a:cs typeface="Microsoft YaHei"/>
              </a:rPr>
              <a:t>驱动的结构化提取</a:t>
            </a:r>
            <a:r>
              <a:rPr sz="1800" b="0" dirty="0">
                <a:solidFill>
                  <a:srgbClr val="808080"/>
                </a:solidFill>
                <a:latin typeface="Microsoft YaHei"/>
                <a:cs typeface="Microsoft YaHei"/>
              </a:rPr>
              <a:t> + </a:t>
            </a:r>
            <a:r>
              <a:rPr sz="1800" b="0" dirty="0" err="1">
                <a:solidFill>
                  <a:srgbClr val="808080"/>
                </a:solidFill>
                <a:latin typeface="Microsoft YaHei"/>
                <a:cs typeface="Microsoft YaHei"/>
              </a:rPr>
              <a:t>求解器排期</a:t>
            </a:r>
            <a:endParaRPr sz="1800" b="0" dirty="0">
              <a:solidFill>
                <a:srgbClr val="808080"/>
              </a:solidFill>
              <a:latin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  <a:latin typeface="Microsoft YaHei"/>
                <a:cs typeface="Microsoft YaHei"/>
              </a:rPr>
              <a:t>2026 / 07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1. 研究问题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err="1">
                <a:solidFill>
                  <a:srgbClr val="000000"/>
                </a:solidFill>
                <a:latin typeface="Microsoft YaHei"/>
                <a:cs typeface="Microsoft YaHei"/>
              </a:rPr>
              <a:t>前置工作提出的问题</a:t>
            </a:r>
            <a:r>
              <a:rPr sz="1800" b="1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如何从自然语言（NL）工艺描述中提取出结构化的工艺流程，
以约束的形式喂给求解器，自动完成工厂排期并生成可执行的生产计划。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FB Pipeline 的立足点：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6984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在前置工作基础上，重新思考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
「NL → </a:t>
            </a:r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结构化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 → </a:t>
            </a:r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约束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 → </a:t>
            </a:r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排期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 → </a:t>
            </a:r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生产计划」这条信息流上，LLM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Microsoft YaHei"/>
                <a:cs typeface="Microsoft YaHei"/>
              </a:rPr>
              <a:t>应当负责的部分</a:t>
            </a:r>
            <a:r>
              <a:rPr sz="1800" b="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2. 整体信息流 &amp; 与传统 / DSL 方法的对比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  <a:cs typeface="Microsoft YaHei"/>
              </a:rPr>
              <a:t>NL 文本  →  结构化 JSON  →  约束矩阵 (or_matrix)  →  裸排期  →  可执行生产计划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578074"/>
              </p:ext>
            </p:extLst>
          </p:nvPr>
        </p:nvGraphicFramePr>
        <p:xfrm>
          <a:off x="457200" y="1965960"/>
          <a:ext cx="11247120" cy="35021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chemeClr val="bg1"/>
                          </a:solidFill>
                        </a:rPr>
                        <a:t>环节</a:t>
                      </a:r>
                      <a:endParaRPr sz="1300" b="1" dirty="0">
                        <a:solidFill>
                          <a:schemeClr val="bg1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chemeClr val="bg1"/>
                          </a:solidFill>
                        </a:rPr>
                        <a:t>传统做法</a:t>
                      </a:r>
                      <a:endParaRPr sz="1300" b="1" dirty="0">
                        <a:solidFill>
                          <a:schemeClr val="bg1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chemeClr val="bg1"/>
                          </a:solidFill>
                        </a:rPr>
                        <a:t>DSL </a:t>
                      </a:r>
                      <a:r>
                        <a:rPr sz="1300" b="1" dirty="0" err="1">
                          <a:solidFill>
                            <a:schemeClr val="bg1"/>
                          </a:solidFill>
                        </a:rPr>
                        <a:t>论文做法</a:t>
                      </a:r>
                      <a:endParaRPr sz="1300" b="1" dirty="0">
                        <a:solidFill>
                          <a:schemeClr val="bg1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chemeClr val="bg1"/>
                          </a:solidFill>
                        </a:rPr>
                        <a:t>FB </a:t>
                      </a:r>
                      <a:r>
                        <a:rPr sz="1300" b="1" dirty="0" err="1">
                          <a:solidFill>
                            <a:schemeClr val="bg1"/>
                          </a:solidFill>
                        </a:rPr>
                        <a:t>Pipeline（本工作</a:t>
                      </a:r>
                      <a:r>
                        <a:rPr sz="1300" b="1" dirty="0">
                          <a:solidFill>
                            <a:schemeClr val="bg1"/>
                          </a:solidFill>
                        </a:rPr>
                        <a:t>）</a:t>
                      </a:r>
                      <a:endParaRPr sz="1300" b="1" dirty="0">
                        <a:solidFill>
                          <a:schemeClr val="bg1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NL →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</a:rPr>
                        <a:t>结构化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人工录入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 ERP / APS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DSL 提取 + 翻译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纯 LLM 提取 + 多步校验 + 归一化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固定 schema + 额外字段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00000"/>
                          </a:solidFill>
                        </a:rPr>
                        <a:t>结构化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 →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</a:rPr>
                        <a:t>约束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人工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 /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顾问配置规则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PDA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linear dependency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约束 → 排期</a:t>
                      </a:r>
                      <a:endParaRPr sz="1200" b="1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求解器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求解器（OR-Tools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）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求解器（OR-Tools，相同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）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排期 → 可执行计划</a:t>
                      </a:r>
                      <a:endParaRPr sz="1200" b="1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人工对照工艺单填工单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代码自动回填，从 DSL 程序取信息</a:t>
                      </a:r>
                      <a:endParaRPr sz="1100" b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代码自动回填，从固定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 schema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取前后产物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 /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参数</a:t>
                      </a:r>
                      <a:endParaRPr sz="1100" b="0" dirty="0">
                        <a:solidFill>
                          <a:srgbClr val="000000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marL="109728" marR="73152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  <a:cs typeface="Microsoft YaHei"/>
              </a:rPr>
              <a:t>核心判断：求解环节已有成熟工具；NL → 结构化才是 LLM 能充分发挥的地方。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3. NL → 结构化：需要解决的问题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事实抽取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2.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事实忠实性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3.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格式与语义一致性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4. solver 直接可用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  （含关键字段 machine_idx / duration / pre_indexes）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5. solver 结果回填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  （根据 job id + task id 回填业务字段，生成最终生产方案）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4. DSL 方法的局限性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无法处理未知数据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2.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方法复杂，需要很长的前驱准备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3.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对不合规数据无法处理，丢失后影响最终结果，且无法验证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4.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验证依赖字符匹配；JSON 结构化 / DSL 词表限制会让结果虚高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5.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没有和 ground truth 的对比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6.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从结构化数据中提取 DSL，存在「鸡生蛋」问题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5. 现有 GroundTruth 的其他问题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JSP 数据原本是标准的链式结构，被原始 GPT-4o 提取之后，duration / step 都出现了严重错漏。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→ 评估基线本身不可靠，需要在方法侧重建可验证链路。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6. 我的方法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698480" cy="5303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三步完成信息提取：extract + format + normalize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808080"/>
                </a:solidFill>
                <a:latin typeface="Microsoft YaHei"/>
                <a:cs typeface="Microsoft YaHei"/>
              </a:rPr>
              <a:t>  - extract：提示词工程按 job 结构化提取；schema 反推自 JSP solver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808080"/>
                </a:solidFill>
                <a:latin typeface="Microsoft YaHei"/>
                <a:cs typeface="Microsoft YaHei"/>
              </a:rPr>
              <a:t>  - format：统一格式化，保证 key 匹配严格性，缩小 normalize 空间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808080"/>
                </a:solidFill>
                <a:latin typeface="Microsoft YaHei"/>
                <a:cs typeface="Microsoft YaHei"/>
              </a:rPr>
              <a:t>  - normalize：同义词归一化，提升字符匹配唯一性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2.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添加 verify 步骤，解决 extract 与 format 的正确性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3.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对提取失败或不合规的 case 标记为 bad case，方便人工介入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4.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优化 evaluation：添加 makespan 衡量 plan 实用性；改进 BLEU 反映提取正确性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5.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改进构建 JSP route sheet，让 JSP data → NL → production plan 全链路可验证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cs typeface="Microsoft YaHei"/>
              </a:rPr>
              <a:t>6. </a:t>
            </a:r>
            <a:r>
              <a:rPr sz="1800" b="0">
                <a:solidFill>
                  <a:srgbClr val="000000"/>
                </a:solidFill>
                <a:latin typeface="Microsoft YaHei"/>
                <a:cs typeface="Microsoft YaHei"/>
              </a:rPr>
              <a:t>可以通过简单的提示词工程更好地适配不同场景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7. 核心优势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抛弃 DSL 的复杂流程，不需要预处理数据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2.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处理结构清晰：extract + format + normalize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3.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固定 schema + verify + bad case，解决 LLM 的正确性问题，允许人工介入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4.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更好的评估体系（makespan + 改进版 BLEU）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5.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对模型依赖低，4B 小模型即可胜任 —— LLM 抽取信息并 format 是非常简单的工作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icrosoft YaHei"/>
                <a:cs typeface="Microsoft YaHei"/>
              </a:rPr>
              <a:t>8. 待讨论的问题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1069848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1.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没有涉及提取约束的阶段 —— JSSP 本身是线性规划，是否需要独立设计这一阶段？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2.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仅提供 LLM 提取方案，是否太工程？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  <a:cs typeface="Microsoft YaHei"/>
              </a:rPr>
              <a:t>3. </a:t>
            </a:r>
            <a:r>
              <a:rPr sz="2000" b="0">
                <a:solidFill>
                  <a:srgbClr val="000000"/>
                </a:solidFill>
                <a:latin typeface="Microsoft YaHei"/>
                <a:cs typeface="Microsoft YaHei"/>
              </a:rPr>
              <a:t>是否需要更复杂的数据（不是 AI 生成的），来验证提取的有效性？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451</Words>
  <Application>Microsoft Office PowerPoint</Application>
  <PresentationFormat>宽屏</PresentationFormat>
  <Paragraphs>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Fanghao Zhou</cp:lastModifiedBy>
  <cp:revision>5</cp:revision>
  <dcterms:created xsi:type="dcterms:W3CDTF">2013-01-27T09:14:16Z</dcterms:created>
  <dcterms:modified xsi:type="dcterms:W3CDTF">2026-07-02T12:05:45Z</dcterms:modified>
  <cp:category/>
</cp:coreProperties>
</file>